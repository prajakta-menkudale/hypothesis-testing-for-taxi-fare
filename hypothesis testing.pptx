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68" r:id="rId3"/>
    <p:sldId id="267" r:id="rId4"/>
    <p:sldId id="262" r:id="rId5"/>
    <p:sldId id="257" r:id="rId6"/>
    <p:sldId id="258" r:id="rId7"/>
    <p:sldId id="259" r:id="rId8"/>
    <p:sldId id="260" r:id="rId9"/>
    <p:sldId id="261" r:id="rId10"/>
    <p:sldId id="266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19589-0A74-11E7-5069-B876D6C248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D53A4E-FBAD-DDD0-D899-16DF4C340A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45DBCC-1568-C1D4-C3F2-5E924D3C7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9B290-5725-4ACF-9E0B-BB5EF3D0AB76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B4BD39-8E61-1387-75C6-B3ACC0FF7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CD65D6-6163-838F-3559-70BA77B69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FA3B9-0F16-42CC-9D59-81CCDF570E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0797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9BC95-2A67-B759-01B1-F0E8CEBA8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CFFDD-6041-E258-D7F5-AD4DEB78F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CDA7C-17DF-1C00-32BA-3C7ED1485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9B290-5725-4ACF-9E0B-BB5EF3D0AB76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E4A85-94A9-9018-8E97-5916A8241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FB8645-FC08-8A31-2D60-4BDD39588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FA3B9-0F16-42CC-9D59-81CCDF570E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2526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A3973-7425-59F9-85F0-89EE250D4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2EA34B-8DF3-BB7D-81A5-0FB9C3111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386C53-4863-C9B2-5843-7C1BC5419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9B290-5725-4ACF-9E0B-BB5EF3D0AB76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952FD-D71E-917D-13E8-316B866DF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69E9BE-0D50-C67D-7C8E-C3847FC31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FA3B9-0F16-42CC-9D59-81CCDF570E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4948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9E068-CE2B-2A03-2DCC-6FFD4DE5F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A5882-ABB8-5DF8-AC03-C4E9125B0A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215E3B-3CB0-6F21-0E22-3EAB49C0C7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838A78-24E1-C07E-C920-7B29737EA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9B290-5725-4ACF-9E0B-BB5EF3D0AB76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FA0A64-6FCB-C9D9-C1D2-5F8239C50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14847F-AB47-F568-ED49-D082BF656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FA3B9-0F16-42CC-9D59-81CCDF570E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7573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3B558-14E7-1EBC-3259-47DCE911D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24C95-526B-52E4-5BF3-7826BE3B7C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85BA30-B37D-84B6-3A74-951F8FA1D9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602DF5-BF14-9102-B213-27DE5E40E3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6C0355-49EE-47D8-92E8-616ADCB313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A5CFD4-3AAE-B999-2393-EEA5907B3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9B290-5725-4ACF-9E0B-BB5EF3D0AB76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405618-4A24-2AC7-658B-EE6751072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1BF879-211D-A05F-3219-7D2E9BEE3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FA3B9-0F16-42CC-9D59-81CCDF570E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3089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937B2-2DBF-DDD4-ACB3-B6058F44B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E8F7B9-2EF9-B99D-69B7-FC6C9AD55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9B290-5725-4ACF-9E0B-BB5EF3D0AB76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EA6B9A-5094-18F4-30AE-2F5BC196E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0824EB-4D2D-3CC0-FFD9-3976B447F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FA3B9-0F16-42CC-9D59-81CCDF570E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7584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8691B2-59B0-D5DC-13BA-71C4F8DE1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9B290-5725-4ACF-9E0B-BB5EF3D0AB76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803F8A-C5F5-98D9-0B1A-0573ADEF5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56A14F-97CA-AB39-CC92-95390D02D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FA3B9-0F16-42CC-9D59-81CCDF570E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7092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2534A-BD93-508B-03FA-CF8609A7B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F3146-707C-72A5-004B-6C655E70E0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66FEC6-6943-4DAB-9EFA-94E8F3CF3D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5CE3E0-140E-6AC6-B036-070804DE4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9B290-5725-4ACF-9E0B-BB5EF3D0AB76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5D6853-9134-2B92-AE66-8A6F1CDD9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0196E4-24F9-A6F1-A661-5A2DE9FBD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FA3B9-0F16-42CC-9D59-81CCDF570E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0228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D9F8E-B0F2-86C8-1D90-FD0F5347B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714F75-BA53-7651-0540-FE03B5A254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F8C6E8-6192-C05C-B24F-9044F06A08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B28E79-5D95-B466-D9D7-8C9317411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9B290-5725-4ACF-9E0B-BB5EF3D0AB76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54C82E-3CAD-A9B6-C2F1-CCEF3D26B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997551-7AB0-F23C-5DF0-033AA713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FA3B9-0F16-42CC-9D59-81CCDF570E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2372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366F6-635C-CA73-F06F-07D07772F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6FCADD-D7B0-8A1E-DB22-41EE368D53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58684-2083-CEFB-FEFE-57CA7A340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9B290-5725-4ACF-9E0B-BB5EF3D0AB76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60843-5906-017F-33BD-91DC440AB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63F36-96BE-AE15-3F3F-F6341D740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FA3B9-0F16-42CC-9D59-81CCDF570E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4573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580285-7D7F-4859-5FAA-C2403339B1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C5068C-5E8D-A20F-15B6-3947928E05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59056-4DFD-B9CD-18FB-817FF7666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9B290-5725-4ACF-9E0B-BB5EF3D0AB76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51B95-39EA-7FBA-FABA-90AE7684A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A4B301-AA78-A2B1-DF57-6588B62F5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FA3B9-0F16-42CC-9D59-81CCDF570E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2252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B07F2C-7100-7B4A-A466-E34F05F37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6A13B3-2254-B901-DAAD-F2A5DA3A36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0D9AD-F18C-B867-FB91-67B2C1CA19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C9B290-5725-4ACF-9E0B-BB5EF3D0AB76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6D539-E2EA-DEDC-B898-6433F6BC74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DEA0B-0A4A-51E6-8BCA-BD56D5E74E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9FA3B9-0F16-42CC-9D59-81CCDF570E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628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9867F-C348-602E-6EFE-F9E01FE54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43A980-38B4-A259-CEC9-6F1ED436DA80}"/>
              </a:ext>
            </a:extLst>
          </p:cNvPr>
          <p:cNvSpPr txBox="1"/>
          <p:nvPr/>
        </p:nvSpPr>
        <p:spPr>
          <a:xfrm>
            <a:off x="1116532" y="1351508"/>
            <a:ext cx="1060703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/>
              <a:t>Hypothesis  testing </a:t>
            </a:r>
          </a:p>
          <a:p>
            <a:r>
              <a:rPr lang="en-IN" sz="4800" dirty="0"/>
              <a:t>                    for Taxi-Fare</a:t>
            </a:r>
          </a:p>
          <a:p>
            <a:r>
              <a:rPr lang="en-IN" sz="4800" dirty="0"/>
              <a:t>                                    </a:t>
            </a:r>
          </a:p>
          <a:p>
            <a:r>
              <a:rPr lang="en-IN" sz="4800" dirty="0"/>
              <a:t>                                         </a:t>
            </a:r>
            <a:r>
              <a:rPr lang="en-IN" sz="3200" dirty="0"/>
              <a:t>presented by-</a:t>
            </a:r>
          </a:p>
          <a:p>
            <a:r>
              <a:rPr lang="en-IN" sz="2400" dirty="0"/>
              <a:t>                                                                                                   </a:t>
            </a:r>
            <a:r>
              <a:rPr lang="en-IN" sz="3200" dirty="0"/>
              <a:t>prajakta menkudale</a:t>
            </a:r>
          </a:p>
        </p:txBody>
      </p:sp>
    </p:spTree>
    <p:extLst>
      <p:ext uri="{BB962C8B-B14F-4D97-AF65-F5344CB8AC3E}">
        <p14:creationId xmlns:p14="http://schemas.microsoft.com/office/powerpoint/2010/main" val="2367382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05C13-CD69-F6B3-DE8D-E107D1071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1418DE-9BF5-3B28-DD53-FD75CFF5D1E6}"/>
              </a:ext>
            </a:extLst>
          </p:cNvPr>
          <p:cNvSpPr txBox="1"/>
          <p:nvPr/>
        </p:nvSpPr>
        <p:spPr>
          <a:xfrm>
            <a:off x="802105" y="904775"/>
            <a:ext cx="9786257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Agenda</a:t>
            </a:r>
          </a:p>
          <a:p>
            <a:endParaRPr lang="en-US" sz="3600" b="1" dirty="0"/>
          </a:p>
          <a:p>
            <a:r>
              <a:rPr lang="en-US" sz="2800" b="1" dirty="0">
                <a:solidFill>
                  <a:schemeClr val="accent1"/>
                </a:solidFill>
              </a:rPr>
              <a:t>Problem Statement</a:t>
            </a:r>
          </a:p>
          <a:p>
            <a:r>
              <a:rPr lang="en-US" sz="2800" b="1" dirty="0">
                <a:solidFill>
                  <a:schemeClr val="accent1"/>
                </a:solidFill>
              </a:rPr>
              <a:t>Research Question</a:t>
            </a:r>
          </a:p>
          <a:p>
            <a:r>
              <a:rPr lang="en-US" sz="2800" b="1" dirty="0">
                <a:solidFill>
                  <a:schemeClr val="accent1"/>
                </a:solidFill>
              </a:rPr>
              <a:t>Data Overview</a:t>
            </a:r>
          </a:p>
          <a:p>
            <a:r>
              <a:rPr lang="en-US" sz="2800" b="1" dirty="0">
                <a:solidFill>
                  <a:schemeClr val="accent1"/>
                </a:solidFill>
              </a:rPr>
              <a:t>Methodology</a:t>
            </a:r>
          </a:p>
          <a:p>
            <a:r>
              <a:rPr lang="en-US" sz="2800" b="1" dirty="0">
                <a:solidFill>
                  <a:schemeClr val="accent1"/>
                </a:solidFill>
              </a:rPr>
              <a:t>Analysis and Findings</a:t>
            </a:r>
          </a:p>
          <a:p>
            <a:r>
              <a:rPr lang="en-US" sz="2800" b="1" dirty="0">
                <a:solidFill>
                  <a:schemeClr val="accent1"/>
                </a:solidFill>
              </a:rPr>
              <a:t>Hypothesis Testing</a:t>
            </a:r>
          </a:p>
          <a:p>
            <a:r>
              <a:rPr lang="en-US" sz="2800" b="1" dirty="0">
                <a:solidFill>
                  <a:schemeClr val="accent1"/>
                </a:solidFill>
              </a:rPr>
              <a:t>Recommendations</a:t>
            </a:r>
          </a:p>
          <a:p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009791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BA2B4-2C4B-8012-4A69-9A5A3543C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8CB22E-06B1-7A82-B964-8F4CD65AC6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26"/>
          <a:stretch>
            <a:fillRect/>
          </a:stretch>
        </p:blipFill>
        <p:spPr>
          <a:xfrm>
            <a:off x="279400" y="1371600"/>
            <a:ext cx="11557000" cy="457417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C0322A9-30D8-B3DD-C852-F8F5F5098C88}"/>
              </a:ext>
            </a:extLst>
          </p:cNvPr>
          <p:cNvSpPr txBox="1"/>
          <p:nvPr/>
        </p:nvSpPr>
        <p:spPr>
          <a:xfrm>
            <a:off x="850900" y="336550"/>
            <a:ext cx="72517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1458516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A992A-96B3-9D73-BC12-0C7264C49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E41A4C-CFF0-BF40-EAA7-0D04AB06AE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800" y="787400"/>
            <a:ext cx="9525000" cy="473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870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E6B2C9-6BCF-AC6A-E385-5285E61C56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3121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87D555E-8B70-4DED-B909-A6BBC7BDD951}"/>
              </a:ext>
            </a:extLst>
          </p:cNvPr>
          <p:cNvSpPr/>
          <p:nvPr/>
        </p:nvSpPr>
        <p:spPr>
          <a:xfrm>
            <a:off x="8750300" y="0"/>
            <a:ext cx="3441700" cy="749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7980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357DF-4EF4-6062-B45A-44350364E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0488D9-A53A-5C54-80A9-23BFC28FD4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06" b="22967"/>
          <a:stretch>
            <a:fillRect/>
          </a:stretch>
        </p:blipFill>
        <p:spPr>
          <a:xfrm>
            <a:off x="166215" y="725228"/>
            <a:ext cx="13414987" cy="5739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608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E65C-C0A7-AE84-FEAB-B50EF657C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A8A2B7-B5CF-74ED-377A-581F509B1A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2" t="3883"/>
          <a:stretch>
            <a:fillRect/>
          </a:stretch>
        </p:blipFill>
        <p:spPr>
          <a:xfrm>
            <a:off x="152400" y="209550"/>
            <a:ext cx="11887200" cy="643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990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85ACE-ADAE-C124-7F21-4F3039880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26BD3C-692D-9457-8B48-B47ACFB38C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8950"/>
            <a:ext cx="11518900" cy="559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927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8733D-A9EF-FD52-09D4-269B16022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2E810D5-884B-4B23-0F94-38C7980BC6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" y="0"/>
            <a:ext cx="11760200" cy="69469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ED8A7F2-604A-AB94-2AE0-145984461BA1}"/>
              </a:ext>
            </a:extLst>
          </p:cNvPr>
          <p:cNvSpPr/>
          <p:nvPr/>
        </p:nvSpPr>
        <p:spPr>
          <a:xfrm>
            <a:off x="9182501" y="0"/>
            <a:ext cx="2844399" cy="6833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0129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8418A-7911-8FF4-82B2-7BDB0CE6C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C2BD7D-BDC6-A40B-BA90-E672B80BE3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424908"/>
            <a:ext cx="11772900" cy="577269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CFE6925-3C37-B3B2-E40F-3F36ECAC8AF5}"/>
              </a:ext>
            </a:extLst>
          </p:cNvPr>
          <p:cNvSpPr/>
          <p:nvPr/>
        </p:nvSpPr>
        <p:spPr>
          <a:xfrm>
            <a:off x="8624236" y="345038"/>
            <a:ext cx="3358214" cy="6463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D934FB7C-A669-34A1-C50C-32E75E0E1396}"/>
              </a:ext>
            </a:extLst>
          </p:cNvPr>
          <p:cNvSpPr/>
          <p:nvPr/>
        </p:nvSpPr>
        <p:spPr>
          <a:xfrm>
            <a:off x="2627696" y="5178391"/>
            <a:ext cx="847024" cy="356135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901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4658D-BAC9-861A-3749-06A872848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742D2C-E354-9C5E-E3DA-CEEFA3743E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2143"/>
            <a:ext cx="12192000" cy="557371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DB5CCED-CCE0-36CA-8DE4-52A2D4D07FE3}"/>
              </a:ext>
            </a:extLst>
          </p:cNvPr>
          <p:cNvSpPr/>
          <p:nvPr/>
        </p:nvSpPr>
        <p:spPr>
          <a:xfrm>
            <a:off x="8527983" y="642143"/>
            <a:ext cx="3664017" cy="8424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2855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28</Words>
  <Application>Microsoft Office PowerPoint</Application>
  <PresentationFormat>Widescreen</PresentationFormat>
  <Paragraphs>15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Prathmesh Menkudle</dc:creator>
  <cp:lastModifiedBy>Prathmesh Menkudle</cp:lastModifiedBy>
  <cp:revision>1</cp:revision>
  <dcterms:created xsi:type="dcterms:W3CDTF">2025-11-11T16:42:44Z</dcterms:created>
  <dcterms:modified xsi:type="dcterms:W3CDTF">2025-11-11T17:48:32Z</dcterms:modified>
</cp:coreProperties>
</file>